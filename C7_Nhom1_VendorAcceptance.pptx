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Calibri"/>
              </a:rPr>
              <a:t>Tỉ lệ lỗi theo tầng risk score (DEV,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Tỉ lệ lỗi (%)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50% thấp nhất</c:v>
                  </c:pt>
                  <c:pt idx="1">
                    <c:v>30% kế tiếp</c:v>
                  </c:pt>
                  <c:pt idx="2">
                    <c:v>15% kế tiếp</c:v>
                  </c:pt>
                  <c:pt idx="3">
                    <c:v>5% cao nhất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2.65</c:v>
                </c:pt>
                <c:pt idx="2">
                  <c:v>11.13</c:v>
                </c:pt>
                <c:pt idx="3">
                  <c:v>36.66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933"/>
                </a:solidFill>
                <a:latin typeface="Calibri"/>
              </a:rPr>
              <a:t>100 mẫu audit rơi vào tầng nào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Tầng 50% thấp</c:v>
                </c:pt>
              </c:strCache>
            </c:strRef>
          </c:tx>
          <c:spPr>
            <a:solidFill>
              <a:srgbClr val="CFE8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SRS</c:v>
                  </c:pt>
                  <c:pt idx="1">
                    <c:v>Neyman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30% kế</c:v>
                </c:pt>
              </c:strCache>
            </c:strRef>
          </c:tx>
          <c:spPr>
            <a:solidFill>
              <a:srgbClr val="80CB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SRS</c:v>
                  </c:pt>
                  <c:pt idx="1">
                    <c:v>Neyman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</c:v>
                </c:pt>
                <c:pt idx="1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15% kế</c:v>
                </c:pt>
              </c:strCache>
            </c:strRef>
          </c:tx>
          <c:spPr>
            <a:solidFill>
              <a:srgbClr val="26A6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SRS</c:v>
                  </c:pt>
                  <c:pt idx="1">
                    <c:v>Neyman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15</c:v>
                </c:pt>
                <c:pt idx="1">
                  <c:v>30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5% cao nhất</c:v>
                </c:pt>
              </c:strCache>
            </c:strRef>
          </c:tx>
          <c:spPr>
            <a:solidFill>
              <a:srgbClr val="0057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SRS</c:v>
                  </c:pt>
                  <c:pt idx="1">
                    <c:v>Neyman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67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Calibri"/>
              </a:rPr>
              <a:t>Vendor tốt đột ngột lỗi 8–15%: tỉ lệ bắt batch xấu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Bad-batch recall</c:v>
                </c:pt>
              </c:strCache>
            </c:strRef>
          </c:tx>
          <c:spPr>
            <a:solidFill>
              <a:srgbClr val="4DB6A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SRS + CI</c:v>
                  </c:pt>
                  <c:pt idx="1">
                    <c:v>M2 Stratified</c:v>
                  </c:pt>
                  <c:pt idx="2">
                    <c:v>Vendor prior (M3)</c:v>
                  </c:pt>
                  <c:pt idx="3">
                    <c:v>Prior + guard (M4)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</c:v>
                </c:pt>
                <c:pt idx="1">
                  <c:v>0.71</c:v>
                </c:pt>
                <c:pt idx="2">
                  <c:v>0.05</c:v>
                </c:pt>
                <c:pt idx="3">
                  <c:v>0.71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B8C4C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giây. Vendor giao 10 000 nhãn, team chỉ review được 100. Sai một lần là lỗi nhãn chảy thẳng vào training. Ngưỡng 3% có căn cứ: Northcutt 2021 đo trung bình 3,4% nhãn sai ngay trong test set của 10 benchmark nổi tiếng. Policy và cost được băm SHA-256 trước khi sinh dữ liệu, để không ai — kể cả nhóm — sửa ngưỡng sau khi thấy kết quả.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giây. Baseline bắt buộc: rút ngẫu nhiên 100 item. Về trung bình thì đúng, nhưng sai số 1,57 điểm % và một phần tư batch xấu không bị REJECT. Nguyên nhân: lỗi không đều — 5% item rủi ro cao nhất có 36,7% lỗi, nửa batch rủi ro thấp chỉ 0,4%. Rút ngẫu nhiên thì phí một nửa budget vào vùng gần như không có lỗi. Chúng tôi còn so với baseline mạnh hơn là SRS kèm khoảng tin cậy Jeffreys.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~70 giây, có thể chèn demo. Mỗi item có risk score không cần nhãn thật, ví dụ cleanlab hoặc độ bất đồng giữa hai model. Chia 4 tầng theo phân vị, phân bổ Neyman: rút 17 mẫu ở tầng 5% rủi ro cao nhất thay vì 5. Công thức cộng có trọng số nên ước lượng không chệch kể cả khi score sai. Demo: python mvp.py demo — 4 kịch bản ACCEPT, REWORK, REJECT và vendor xuống cấp.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giây. Cùng 100 item: sai số giảm từ 1,57 xuống 1,08 điểm %, recall batch xấu từ 0,75 lên 0,84, không batch xấu nào bị ACCEPT, chi phí kỳ vọng giảm 32%. Khoảng tin cậy 90% chứa giá trị thật 95% số lần — hơi thận trọng, không lạc quan. Muốn đạt độ chính xác này bằng rút ngẫu nhiên thì phải audit 2,2%. Test/eval tách seed, không tune trên tập báo cáo. Lưu ý accuracy M1 thấp hơn M0 vì M1 thận trọng — đó là lý do chấm bằng cost và recall chứ không bằng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giây. Kết quả bất ngờ: phương pháp dùng lịch sử vendor có sai số thấp nhất (0,91) nhưng nguy hiểm nhất — khi vendor tốt đột ngột xuống cấp, nó chỉ bắt được 5% batch xấu. Guard cứu lên 0,71. Prior còn phạt oan batch sạch: batch 0,8% lỗi của vendor trung bình chỉ được ACCEPT 60% số lần. Quyết định: deploy M2 kèm policy file; không deploy prior. Giới hạn: dữ liệu mô phỏng, và khi risk score mù thì M2 kém rút ngẫu nhiên — nên bước tiếp theo là đo AUC của score ngay trên 100 item đã audit để tự quay về SRS. Trả lời 'có deploy không': có — M2, kèm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· Vendor Dataset Acceptance · Nhóm 1 · Lớp B D304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100 nhãn, quyết định số phận 10 000 nhãn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10 000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 vendor giao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011680"/>
            <a:ext cx="365760" cy="237744"/>
          </a:xfrm>
          <a:prstGeom prst="rightArrow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được review (1%)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320040" cy="237744"/>
          </a:xfrm>
          <a:prstGeom prst="rightArrow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7373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1031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688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461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chịu hậu quả: </a:t>
            </a:r>
            <a:pPr indent="0" marL="0">
              <a:buNone/>
            </a:pPr>
            <a:r>
              <a:rPr lang="en-US" sz="1300" dirty="0">
                <a:solidFill>
                  <a:srgbClr val="B8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ML (model học sai, eval sai) · data-ops (tranh chấp vendor) · người trả tiền.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404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 thuyết thất bại: </a:t>
            </a:r>
            <a:pPr indent="0" marL="0">
              <a:buNone/>
            </a:pPr>
            <a:r>
              <a:rPr lang="en-US" sz="1300" dirty="0">
                <a:solidFill>
                  <a:srgbClr val="B8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mẫu ngẫu nhiên quá ít — batch xấu lọt, batch tốt bị trả oan.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1645920"/>
            <a:ext cx="2514600" cy="3017520"/>
          </a:xfrm>
          <a:prstGeom prst="roundRect">
            <a:avLst>
              <a:gd name="adj" fmla="val 4364"/>
            </a:avLst>
          </a:prstGeom>
          <a:solidFill>
            <a:srgbClr val="243241"/>
          </a:solidFill>
          <a:ln w="12700">
            <a:solidFill>
              <a:srgbClr val="2432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1755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chốt TRƯỚC thí nghiệm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217627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3%  →  ACCEPT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54203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3–8%  →  REWORK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90779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8%  →  REJECT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31012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8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nhầm batch xấu: chi phí 50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8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nhầm batch tốt: chi phí 10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8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5e5b637367eddd7f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AQL 3%: trung bình 3,4% nhãn sai trong test set phổ biến (Northcutt 2021)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BASELINE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· Vendor Dataset Acceptance · Nhóm 1 · Lớp B D304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Rút ngẫu nhiên 100 item: sai số 1,57 điểm %, 1/4 batch xấu thoát REJECT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· simple random sample 100 item → x/100 → so ngưỡng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1,57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% sai số ước lượng trung bình (MAE)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651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bad-batch recall — 25% batch xấu không bị REJECT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4,98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kỳ vọng mỗi batch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60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thứ hai, mạnh hơn — M1 (SRS + Jeffreys CI): recall 0,83, chi phí 3,68. Giải pháp phải thắng cả hai.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663440" y="150876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663440" y="4297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dồn ở tầng rủi ro cao, nhưng SRS đặt 50/100 mẫu vào tầng chỉ 0,4% lỗi.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· Vendor Dataset Acceptance · Nhóm 1 · Lớp B D304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Dồn mẫu vào nơi lỗi hay xuất hiện — ước lượng vẫn không chệch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842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cả 10 000 item, không cần nhãn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47672" y="1965960"/>
            <a:ext cx="173736" cy="237744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160020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028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4 tầng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9842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phân vị score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39312" y="1965960"/>
            <a:ext cx="173736" cy="237744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60020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3192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Neyman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9842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mẫu → [22, 31, 30, 17]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30952" y="1965960"/>
            <a:ext cx="173736" cy="237744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160020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review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19842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100 item: 0 / 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22592" y="1965960"/>
            <a:ext cx="173736" cy="237744"/>
          </a:xfrm>
          <a:prstGeom prst="rightArrow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600200"/>
            <a:ext cx="1463040" cy="960120"/>
          </a:xfrm>
          <a:prstGeom prst="roundRect">
            <a:avLst>
              <a:gd name="adj" fmla="val 9524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9842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P(&gt;8%) và P(≤3%)</a:t>
            </a:r>
            <a:endParaRPr lang="en-US" sz="10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57200" y="2788920"/>
          <a:ext cx="4206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937760" y="283464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chệch kể cả khi score sai — score chỉ quyết định rút ở đâu (Neyman 1934).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theo xác suất, không theo một con số.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+ vendor prior Bayes, + guard, + dừng sớm (Wald 1945).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offline: mvp.py plan → review → decide, report JSON.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· Vendor Dataset Acceptance · Nhóm 1 · Lớp B D304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100 item: sai số −31%, không batch xấu nào lọt, chi phí −32%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21208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960120"/>
                <a:gridCol w="100584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 · SRS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· SRS+CI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· Stratified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9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 số MAE (điểm %)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Bad-batch recall 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xấu bị ACCEPT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3 lớp 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 / batch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CI90 coverage (mục tiêu 0,90)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7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160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60 batch × 10 000 item, mỗi batch audit lặp 200 lần. Học trên DEV (seed 1), báo cáo trên EVAL (seed 2). 8/8 test kiểm chứng đạt.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26480" y="1691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 ≈ 2,2%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4231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1% theo tầng chính xác ngang rút ngẫu nhiên 2,2% — tiết kiệm ~2,2× công review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352044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36118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sớm tuần tự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91/100 item, recall giữ 0,84, chi phí 3,29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114800" y="274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· Vendor Dataset Acceptance · Nhóm 1 · Lớp B D304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M2 có điều kiện · không deploy vendor prior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54480"/>
          <a:ext cx="39319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C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hệ thống ở item dễ → risk score mù (AUC 0,90 → 0,48); prior kéo ước lượng về ~2%.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63440" y="16002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243241"/>
          </a:solidFill>
          <a:ln w="12700">
            <a:solidFill>
              <a:srgbClr val="2432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73168" y="181051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6459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+ policy_c7.json làm gate nhận hàng: không cần lịch sử vendor, kiểm toán được.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237744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243241"/>
          </a:solidFill>
          <a:ln w="12700">
            <a:solidFill>
              <a:srgbClr val="2432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73168" y="258775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24231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prior: che lỗi khi vendor xấu đi, phạt oan batch sạch (ACCEPT 98% → 60%).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315468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243241"/>
          </a:solidFill>
          <a:ln w="12700">
            <a:solidFill>
              <a:srgbClr val="2432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73168" y="336499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HẠN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32004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mô phỏng. Score mù → M2 kém SRS (0,71 vs 0,85).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39319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243241"/>
          </a:solidFill>
          <a:ln w="12700">
            <a:solidFill>
              <a:srgbClr val="2432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73168" y="414223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0" y="397764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AUC score trên 100 item đã audit, &lt; 0,6 thì quay về SRS · thử PPI.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C7 · Vendor Dataset Acceptance — Nhóm 1</dc:title>
  <dc:subject>PptxGenJS Presentation</dc:subject>
  <dc:creator>PptxGenJS</dc:creator>
  <cp:lastModifiedBy>PptxGenJS</cp:lastModifiedBy>
  <cp:revision>1</cp:revision>
  <dcterms:created xsi:type="dcterms:W3CDTF">2026-09-24T07:47:49Z</dcterms:created>
  <dcterms:modified xsi:type="dcterms:W3CDTF">2026-09-24T07:47:49Z</dcterms:modified>
</cp:coreProperties>
</file>